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89750" cy="96075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9104" autoAdjust="0"/>
  </p:normalViewPr>
  <p:slideViewPr>
    <p:cSldViewPr>
      <p:cViewPr varScale="1">
        <p:scale>
          <a:sx n="86" d="100"/>
          <a:sy n="86" d="100"/>
        </p:scale>
        <p:origin x="-3186" y="-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/>
          <a:lstStyle>
            <a:lvl1pPr algn="r">
              <a:defRPr sz="1200"/>
            </a:lvl1pPr>
          </a:lstStyle>
          <a:p>
            <a:fld id="{94421023-0B63-43BA-B07C-F404C259DB1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95500" y="720725"/>
            <a:ext cx="2698750" cy="3602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5" tIns="47133" rIns="94265" bIns="471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563586"/>
            <a:ext cx="5511800" cy="4323398"/>
          </a:xfrm>
          <a:prstGeom prst="rect">
            <a:avLst/>
          </a:prstGeom>
        </p:spPr>
        <p:txBody>
          <a:bodyPr vert="horz" lIns="94265" tIns="47133" rIns="94265" bIns="4713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25505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125505"/>
            <a:ext cx="2985558" cy="480378"/>
          </a:xfrm>
          <a:prstGeom prst="rect">
            <a:avLst/>
          </a:prstGeom>
        </p:spPr>
        <p:txBody>
          <a:bodyPr vert="horz" lIns="94265" tIns="47133" rIns="94265" bIns="47133" rtlCol="0" anchor="b"/>
          <a:lstStyle>
            <a:lvl1pPr algn="r">
              <a:defRPr sz="1200"/>
            </a:lvl1pPr>
          </a:lstStyle>
          <a:p>
            <a:fld id="{33106845-7526-4237-B09E-6398147EC6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2143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106845-7526-4237-B09E-6398147EC69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81615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8681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0981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6690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6275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262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0268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7515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7189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4953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0511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2435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CFC80-2F32-41DC-9849-C77828AF7621}" type="datetimeFigureOut">
              <a:rPr lang="ko-KR" altLang="en-US" smtClean="0"/>
              <a:pPr/>
              <a:t>2023-01-03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D9114-7313-4745-8476-9B6E9D8FDAE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4168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33"/>
          <p:cNvSpPr>
            <a:spLocks noChangeArrowheads="1"/>
          </p:cNvSpPr>
          <p:nvPr/>
        </p:nvSpPr>
        <p:spPr bwMode="auto">
          <a:xfrm flipH="1">
            <a:off x="-5" y="2123728"/>
            <a:ext cx="6858004" cy="7056116"/>
          </a:xfrm>
          <a:prstGeom prst="rect">
            <a:avLst/>
          </a:prstGeom>
          <a:solidFill>
            <a:srgbClr val="C3E7E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6" name="직사각형 2"/>
          <p:cNvSpPr>
            <a:spLocks/>
          </p:cNvSpPr>
          <p:nvPr/>
        </p:nvSpPr>
        <p:spPr bwMode="auto">
          <a:xfrm rot="153438">
            <a:off x="1929722" y="2805996"/>
            <a:ext cx="4807744" cy="2115620"/>
          </a:xfrm>
          <a:custGeom>
            <a:avLst/>
            <a:gdLst>
              <a:gd name="T0" fmla="*/ 0 w 4428933"/>
              <a:gd name="T1" fmla="*/ 0 h 5441855"/>
              <a:gd name="T2" fmla="*/ 9179399 w 4428933"/>
              <a:gd name="T3" fmla="*/ 0 h 5441855"/>
              <a:gd name="T4" fmla="*/ 9255512 w 4428933"/>
              <a:gd name="T5" fmla="*/ 2613493 h 5441855"/>
              <a:gd name="T6" fmla="*/ 8880 w 4428933"/>
              <a:gd name="T7" fmla="*/ 2733612 h 5441855"/>
              <a:gd name="T8" fmla="*/ 0 w 4428933"/>
              <a:gd name="T9" fmla="*/ 0 h 54418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428933" h="5441855">
                <a:moveTo>
                  <a:pt x="0" y="0"/>
                </a:moveTo>
                <a:lnTo>
                  <a:pt x="4392488" y="0"/>
                </a:lnTo>
                <a:cubicBezTo>
                  <a:pt x="4391355" y="1756859"/>
                  <a:pt x="4430042" y="3445873"/>
                  <a:pt x="4428909" y="5202732"/>
                </a:cubicBezTo>
                <a:lnTo>
                  <a:pt x="4250" y="5441855"/>
                </a:lnTo>
                <a:cubicBezTo>
                  <a:pt x="2833" y="3627903"/>
                  <a:pt x="1417" y="1813952"/>
                  <a:pt x="0" y="0"/>
                </a:cubicBezTo>
                <a:close/>
              </a:path>
            </a:pathLst>
          </a:custGeom>
          <a:solidFill>
            <a:srgbClr val="B0B0B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2"/>
          <p:cNvSpPr>
            <a:spLocks/>
          </p:cNvSpPr>
          <p:nvPr/>
        </p:nvSpPr>
        <p:spPr bwMode="auto">
          <a:xfrm rot="153438">
            <a:off x="3260110" y="2768038"/>
            <a:ext cx="3402264" cy="2160194"/>
          </a:xfrm>
          <a:custGeom>
            <a:avLst/>
            <a:gdLst>
              <a:gd name="T0" fmla="*/ 0 w 4428933"/>
              <a:gd name="T1" fmla="*/ 0 h 5441855"/>
              <a:gd name="T2" fmla="*/ 8612771 w 4428933"/>
              <a:gd name="T3" fmla="*/ 0 h 5441855"/>
              <a:gd name="T4" fmla="*/ 8684187 w 4428933"/>
              <a:gd name="T5" fmla="*/ 3218426 h 5441855"/>
              <a:gd name="T6" fmla="*/ 8334 w 4428933"/>
              <a:gd name="T7" fmla="*/ 3366347 h 5441855"/>
              <a:gd name="T8" fmla="*/ 0 w 4428933"/>
              <a:gd name="T9" fmla="*/ 0 h 54418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428933" h="5441855">
                <a:moveTo>
                  <a:pt x="0" y="0"/>
                </a:moveTo>
                <a:lnTo>
                  <a:pt x="4392488" y="0"/>
                </a:lnTo>
                <a:cubicBezTo>
                  <a:pt x="4391355" y="1756859"/>
                  <a:pt x="4430042" y="3445873"/>
                  <a:pt x="4428909" y="5202732"/>
                </a:cubicBezTo>
                <a:lnTo>
                  <a:pt x="4250" y="5441855"/>
                </a:lnTo>
                <a:cubicBezTo>
                  <a:pt x="2833" y="3627903"/>
                  <a:pt x="1417" y="1813952"/>
                  <a:pt x="0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32"/>
          <p:cNvSpPr>
            <a:spLocks noChangeArrowheads="1"/>
          </p:cNvSpPr>
          <p:nvPr/>
        </p:nvSpPr>
        <p:spPr bwMode="auto">
          <a:xfrm>
            <a:off x="166611" y="2640231"/>
            <a:ext cx="6363164" cy="2159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9" name="직각 삼각형 35"/>
          <p:cNvSpPr>
            <a:spLocks noChangeArrowheads="1"/>
          </p:cNvSpPr>
          <p:nvPr/>
        </p:nvSpPr>
        <p:spPr bwMode="auto">
          <a:xfrm rot="5400000">
            <a:off x="196726" y="2597669"/>
            <a:ext cx="251301" cy="311533"/>
          </a:xfrm>
          <a:prstGeom prst="rtTriangle">
            <a:avLst/>
          </a:prstGeom>
          <a:solidFill>
            <a:srgbClr val="BAE4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10" name="직각 삼각형 3"/>
          <p:cNvSpPr>
            <a:spLocks noChangeArrowheads="1"/>
          </p:cNvSpPr>
          <p:nvPr/>
        </p:nvSpPr>
        <p:spPr bwMode="auto">
          <a:xfrm rot="16200000">
            <a:off x="179152" y="2615243"/>
            <a:ext cx="243662" cy="268745"/>
          </a:xfrm>
          <a:prstGeom prst="rtTriangle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algn="ctr" eaLnBrk="1" latinLnBrk="1" hangingPunct="1"/>
            <a:endParaRPr lang="ko-KR" altLang="en-US"/>
          </a:p>
        </p:txBody>
      </p:sp>
      <p:sp>
        <p:nvSpPr>
          <p:cNvPr id="13" name="Text Box 58"/>
          <p:cNvSpPr txBox="1">
            <a:spLocks noChangeArrowheads="1"/>
          </p:cNvSpPr>
          <p:nvPr/>
        </p:nvSpPr>
        <p:spPr bwMode="auto">
          <a:xfrm>
            <a:off x="2504871" y="2699792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공사세대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/>
        </p:nvSpPr>
        <p:spPr bwMode="auto">
          <a:xfrm>
            <a:off x="2504870" y="3095125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공사일정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 Box 58"/>
          <p:cNvSpPr txBox="1">
            <a:spLocks noChangeArrowheads="1"/>
          </p:cNvSpPr>
          <p:nvPr/>
        </p:nvSpPr>
        <p:spPr bwMode="auto">
          <a:xfrm>
            <a:off x="2504870" y="3477372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공사내용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 Box 58"/>
          <p:cNvSpPr txBox="1">
            <a:spLocks noChangeArrowheads="1"/>
          </p:cNvSpPr>
          <p:nvPr/>
        </p:nvSpPr>
        <p:spPr bwMode="auto">
          <a:xfrm>
            <a:off x="2504870" y="3883851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공사업체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 Box 58"/>
          <p:cNvSpPr txBox="1">
            <a:spLocks noChangeArrowheads="1"/>
          </p:cNvSpPr>
          <p:nvPr/>
        </p:nvSpPr>
        <p:spPr bwMode="auto">
          <a:xfrm>
            <a:off x="-318416" y="611560"/>
            <a:ext cx="7307139" cy="155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/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안녕하세요</a:t>
            </a:r>
            <a:r>
              <a:rPr lang="en-US" altLang="ko-KR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우정 </a:t>
            </a:r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아파트 </a:t>
            </a:r>
            <a:r>
              <a:rPr lang="ko-KR" altLang="en-US" sz="2000" b="1" dirty="0" smtClean="0">
                <a:solidFill>
                  <a:srgbClr val="A6A6A6"/>
                </a:solidFill>
                <a:latin typeface="나눔고딕" pitchFamily="50" charset="-127"/>
                <a:ea typeface="나눔고딕" pitchFamily="50" charset="-127"/>
              </a:rPr>
              <a:t>주민 여러분</a:t>
            </a:r>
            <a:endParaRPr lang="en-US" altLang="ko-KR" sz="2000" b="1" dirty="0" smtClean="0">
              <a:solidFill>
                <a:srgbClr val="A6A6A6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endParaRPr lang="en-US" altLang="ko-KR" sz="1500" b="1" dirty="0" smtClean="0">
              <a:solidFill>
                <a:srgbClr val="A6A6A6"/>
              </a:solidFill>
              <a:latin typeface="나눔명조 ExtraBold" pitchFamily="18" charset="-127"/>
              <a:ea typeface="나눔명조 ExtraBold" pitchFamily="18" charset="-127"/>
            </a:endParaRPr>
          </a:p>
          <a:p>
            <a:pPr algn="ctr" eaLnBrk="1" latinLnBrk="1" hangingPunct="1"/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단지내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903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호에서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 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새 보금자리를 마련하기 위해</a:t>
            </a:r>
            <a:endParaRPr lang="en-US" altLang="ko-KR" sz="1500" b="1" dirty="0" smtClean="0">
              <a:latin typeface="나눔고딕" pitchFamily="50" charset="-127"/>
              <a:ea typeface="나눔고딕" pitchFamily="50" charset="-127"/>
            </a:endParaRP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인테리어 공사를 진행하게 되었습니다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코로나로 인하여 어려운 시기에 주민 </a:t>
            </a:r>
            <a:r>
              <a:rPr lang="ko-KR" altLang="en-US" sz="1500" b="1" dirty="0" err="1" smtClean="0">
                <a:latin typeface="나눔고딕" pitchFamily="50" charset="-127"/>
                <a:ea typeface="나눔고딕" pitchFamily="50" charset="-127"/>
              </a:rPr>
              <a:t>여려분께</a:t>
            </a:r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 심려 끼쳐 송구스럽습니다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algn="ctr" eaLnBrk="1" latinLnBrk="1" hangingPunct="1"/>
            <a:r>
              <a:rPr lang="ko-KR" altLang="en-US" sz="1500" b="1" dirty="0" smtClean="0">
                <a:latin typeface="나눔고딕" pitchFamily="50" charset="-127"/>
                <a:ea typeface="나눔고딕" pitchFamily="50" charset="-127"/>
              </a:rPr>
              <a:t>최대한 안전하고 신속하게 마무리할 수 있도록 하겠습니다</a:t>
            </a:r>
            <a:r>
              <a:rPr lang="en-US" altLang="ko-KR" sz="1500" b="1" dirty="0" smtClean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grpSp>
        <p:nvGrpSpPr>
          <p:cNvPr id="30" name="그룹 42"/>
          <p:cNvGrpSpPr>
            <a:grpSpLocks/>
          </p:cNvGrpSpPr>
          <p:nvPr/>
        </p:nvGrpSpPr>
        <p:grpSpPr bwMode="auto">
          <a:xfrm>
            <a:off x="1428286" y="54348"/>
            <a:ext cx="3839814" cy="557212"/>
            <a:chOff x="2746561" y="754599"/>
            <a:chExt cx="3083263" cy="648072"/>
          </a:xfrm>
          <a:solidFill>
            <a:srgbClr val="009696"/>
          </a:solidFill>
        </p:grpSpPr>
        <p:sp>
          <p:nvSpPr>
            <p:cNvPr id="31" name="갈매기형 수장 2"/>
            <p:cNvSpPr>
              <a:spLocks noChangeArrowheads="1"/>
            </p:cNvSpPr>
            <p:nvPr/>
          </p:nvSpPr>
          <p:spPr bwMode="auto">
            <a:xfrm>
              <a:off x="2746561" y="754599"/>
              <a:ext cx="2126147" cy="648072"/>
            </a:xfrm>
            <a:prstGeom prst="chevron">
              <a:avLst>
                <a:gd name="adj" fmla="val 2942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>
                <a:solidFill>
                  <a:srgbClr val="009696"/>
                </a:solidFill>
              </a:endParaRPr>
            </a:p>
          </p:txBody>
        </p:sp>
        <p:sp>
          <p:nvSpPr>
            <p:cNvPr id="32" name="갈매기형 수장 20"/>
            <p:cNvSpPr>
              <a:spLocks noChangeArrowheads="1"/>
            </p:cNvSpPr>
            <p:nvPr/>
          </p:nvSpPr>
          <p:spPr bwMode="auto">
            <a:xfrm flipH="1">
              <a:off x="3703677" y="754599"/>
              <a:ext cx="2126147" cy="648072"/>
            </a:xfrm>
            <a:prstGeom prst="chevron">
              <a:avLst>
                <a:gd name="adj" fmla="val 2942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>
                <a:solidFill>
                  <a:srgbClr val="009696"/>
                </a:solidFill>
              </a:endParaRPr>
            </a:p>
          </p:txBody>
        </p:sp>
      </p:grpSp>
      <p:sp>
        <p:nvSpPr>
          <p:cNvPr id="33" name="Text Box 58"/>
          <p:cNvSpPr txBox="1">
            <a:spLocks noChangeArrowheads="1"/>
          </p:cNvSpPr>
          <p:nvPr/>
        </p:nvSpPr>
        <p:spPr bwMode="auto">
          <a:xfrm>
            <a:off x="1906369" y="102766"/>
            <a:ext cx="3006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1" hangingPunct="1"/>
            <a:r>
              <a:rPr lang="ko-KR" altLang="en-US" sz="2300" b="1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인테리어공사 안내문</a:t>
            </a:r>
            <a:endParaRPr lang="ko-KR" altLang="en-US" sz="2300" b="1" dirty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5207243"/>
              </p:ext>
            </p:extLst>
          </p:nvPr>
        </p:nvGraphicFramePr>
        <p:xfrm>
          <a:off x="142852" y="5357818"/>
          <a:ext cx="6579189" cy="2467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597"/>
                <a:gridCol w="1152128"/>
                <a:gridCol w="1080120"/>
                <a:gridCol w="1080120"/>
                <a:gridCol w="936104"/>
                <a:gridCol w="108012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공사내용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참고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날짜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공사내용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참고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01.09(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~ 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13(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철거 및 설비공사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★ 소음</a:t>
                      </a:r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심한날</a:t>
                      </a:r>
                      <a:endParaRPr lang="en-US" altLang="ko-KR" sz="1000" b="0" baseline="0" dirty="0" smtClean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분진 발생일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02.10(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)~15</a:t>
                      </a:r>
                      <a:r>
                        <a:rPr lang="en-US" altLang="ko-KR" sz="1000" b="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수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도장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도배공사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01.16.(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샤시공사</a:t>
                      </a:r>
                      <a:endParaRPr lang="ko-KR" altLang="en-US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약소음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분진발생일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02.16(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전기공사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01.25(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~ 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30(</a:t>
                      </a:r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목공 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전기공사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약소음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분진발생일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02.17(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바닥공사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약소음</a:t>
                      </a:r>
                      <a:endParaRPr lang="ko-KR" altLang="en-US" sz="1000" b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0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01.31(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)~02.06</a:t>
                      </a:r>
                    </a:p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타일</a:t>
                      </a:r>
                      <a:r>
                        <a:rPr lang="en-US" altLang="ko-KR" sz="1000" b="0" dirty="0" smtClean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</a:t>
                      </a:r>
                      <a:r>
                        <a:rPr lang="ko-KR" altLang="en-US" sz="1000" b="0" dirty="0" smtClean="0">
                          <a:solidFill>
                            <a:srgbClr val="FF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도기공사</a:t>
                      </a:r>
                      <a:endParaRPr lang="ko-KR" altLang="en-US" sz="1000" b="0" dirty="0" smtClean="0">
                        <a:solidFill>
                          <a:srgbClr val="FF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★ 소음</a:t>
                      </a:r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심한날</a:t>
                      </a:r>
                      <a:endParaRPr lang="en-US" altLang="ko-KR" sz="1000" b="0" baseline="0" dirty="0" smtClean="0">
                        <a:solidFill>
                          <a:srgbClr val="C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0" baseline="0" dirty="0" smtClean="0">
                          <a:solidFill>
                            <a:srgbClr val="C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분진 발생일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02.20(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)~21 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가구공사</a:t>
                      </a: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☆ 소음 발생일</a:t>
                      </a:r>
                    </a:p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02.06(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화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)~10(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금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필름공사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02.22(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수</a:t>
                      </a: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기타공사 및 </a:t>
                      </a:r>
                      <a:endParaRPr lang="en-US" altLang="ko-KR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indent="0" algn="ctr" defTabSz="857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준공청소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5" name="그룹 34"/>
          <p:cNvGrpSpPr/>
          <p:nvPr/>
        </p:nvGrpSpPr>
        <p:grpSpPr>
          <a:xfrm>
            <a:off x="3698695" y="3854064"/>
            <a:ext cx="593364" cy="635991"/>
            <a:chOff x="-3562622" y="-249987"/>
            <a:chExt cx="1333500" cy="1333501"/>
          </a:xfrm>
        </p:grpSpPr>
        <p:pic>
          <p:nvPicPr>
            <p:cNvPr id="36" name="Picture 156" descr="한샘리하우스송파점 - Daum 부동산 인테리어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562622" y="-249987"/>
              <a:ext cx="1333500" cy="1333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직사각형 36"/>
            <p:cNvSpPr/>
            <p:nvPr/>
          </p:nvSpPr>
          <p:spPr bwMode="auto">
            <a:xfrm>
              <a:off x="-3490614" y="427872"/>
              <a:ext cx="1152128" cy="25797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pic>
          <p:nvPicPr>
            <p:cNvPr id="38" name="Picture 156" descr="한샘리하우스송파점 - Daum 부동산 인테리어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7324" t="53924" r="37676" b="21773"/>
            <a:stretch/>
          </p:blipFill>
          <p:spPr bwMode="auto">
            <a:xfrm>
              <a:off x="-3279310" y="523805"/>
              <a:ext cx="733425" cy="324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Text Box 58"/>
          <p:cNvSpPr txBox="1">
            <a:spLocks noChangeArrowheads="1"/>
          </p:cNvSpPr>
          <p:nvPr/>
        </p:nvSpPr>
        <p:spPr bwMode="auto">
          <a:xfrm>
            <a:off x="3635626" y="2674978"/>
            <a:ext cx="1981838" cy="383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903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 Box 58"/>
          <p:cNvSpPr txBox="1">
            <a:spLocks noChangeArrowheads="1"/>
          </p:cNvSpPr>
          <p:nvPr/>
        </p:nvSpPr>
        <p:spPr bwMode="auto">
          <a:xfrm>
            <a:off x="3635626" y="3103007"/>
            <a:ext cx="2341878" cy="38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ts val="2700"/>
              </a:lnSpc>
              <a:defRPr/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en-US" altLang="ko-KR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23.01.09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~ 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23.02.23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 Box 58"/>
          <p:cNvSpPr txBox="1">
            <a:spLocks noChangeArrowheads="1"/>
          </p:cNvSpPr>
          <p:nvPr/>
        </p:nvSpPr>
        <p:spPr bwMode="auto">
          <a:xfrm>
            <a:off x="3635626" y="3477372"/>
            <a:ext cx="1312867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인테리어공사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 Box 58"/>
          <p:cNvSpPr txBox="1">
            <a:spLocks noChangeArrowheads="1"/>
          </p:cNvSpPr>
          <p:nvPr/>
        </p:nvSpPr>
        <p:spPr bwMode="auto">
          <a:xfrm>
            <a:off x="3879874" y="3922412"/>
            <a:ext cx="1016001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lnSpc>
                <a:spcPts val="2700"/>
              </a:lnSpc>
              <a:defRPr/>
            </a:pP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리즌빌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 Box 58"/>
          <p:cNvSpPr txBox="1">
            <a:spLocks noChangeArrowheads="1"/>
          </p:cNvSpPr>
          <p:nvPr/>
        </p:nvSpPr>
        <p:spPr bwMode="auto">
          <a:xfrm>
            <a:off x="2504870" y="4296510"/>
            <a:ext cx="1134530" cy="390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algn="r" eaLnBrk="1" latinLnBrk="1" hangingPunct="1">
              <a:lnSpc>
                <a:spcPts val="2700"/>
              </a:lnSpc>
              <a:buFont typeface="Wingdings" pitchFamily="2" charset="2"/>
              <a:buChar char="§"/>
              <a:defRPr/>
            </a:pPr>
            <a:r>
              <a:rPr lang="ko-KR" altLang="en-US" sz="13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공사책임자</a:t>
            </a:r>
            <a:endParaRPr lang="en-US" altLang="ko-KR" sz="1300" b="1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Text Box 58"/>
          <p:cNvSpPr txBox="1">
            <a:spLocks noChangeArrowheads="1"/>
          </p:cNvSpPr>
          <p:nvPr/>
        </p:nvSpPr>
        <p:spPr bwMode="auto">
          <a:xfrm>
            <a:off x="3681658" y="4296510"/>
            <a:ext cx="2295846" cy="38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ts val="2700"/>
              </a:lnSpc>
              <a:defRPr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김진환팀장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(010-9090-0484)</a:t>
            </a:r>
          </a:p>
        </p:txBody>
      </p:sp>
      <p:sp>
        <p:nvSpPr>
          <p:cNvPr id="64" name="Text Box 58"/>
          <p:cNvSpPr txBox="1">
            <a:spLocks noChangeArrowheads="1"/>
          </p:cNvSpPr>
          <p:nvPr/>
        </p:nvSpPr>
        <p:spPr bwMode="auto">
          <a:xfrm>
            <a:off x="-40251" y="4932040"/>
            <a:ext cx="1461072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2700"/>
              </a:lnSpc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2. 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공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사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일정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itchFamily="18" charset="-127"/>
              <a:ea typeface="Rix모던고딕 M" pitchFamily="18" charset="-127"/>
            </a:endParaRPr>
          </a:p>
        </p:txBody>
      </p:sp>
      <p:sp>
        <p:nvSpPr>
          <p:cNvPr id="65" name="AutoShape 2" descr="인사 사과 죄송합니다 - 스톡일러스트 [19469272] - PIXTA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4704" y="2950411"/>
            <a:ext cx="1638540" cy="1564458"/>
          </a:xfrm>
          <a:prstGeom prst="rect">
            <a:avLst/>
          </a:prstGeom>
        </p:spPr>
      </p:pic>
      <p:sp>
        <p:nvSpPr>
          <p:cNvPr id="69" name="Text Box 58"/>
          <p:cNvSpPr txBox="1">
            <a:spLocks noChangeArrowheads="1"/>
          </p:cNvSpPr>
          <p:nvPr/>
        </p:nvSpPr>
        <p:spPr bwMode="auto">
          <a:xfrm>
            <a:off x="-40251" y="2123728"/>
            <a:ext cx="1461072" cy="436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43875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ts val="2700"/>
              </a:lnSpc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1. 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M" pitchFamily="18" charset="-127"/>
                <a:ea typeface="Rix모던고딕 M" pitchFamily="18" charset="-127"/>
              </a:rPr>
              <a:t>공사내용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Rix모던고딕 M" pitchFamily="18" charset="-127"/>
              <a:ea typeface="Rix모던고딕 M" pitchFamily="18" charset="-127"/>
            </a:endParaRPr>
          </a:p>
        </p:txBody>
      </p:sp>
      <p:pic>
        <p:nvPicPr>
          <p:cNvPr id="1026" name="Picture 2" descr="C:\Users\user\Desktop\KakaoTalk_20220316_19144086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1008" y="7812360"/>
            <a:ext cx="1680000" cy="1260000"/>
          </a:xfrm>
          <a:prstGeom prst="rect">
            <a:avLst/>
          </a:prstGeom>
          <a:noFill/>
        </p:spPr>
      </p:pic>
      <p:pic>
        <p:nvPicPr>
          <p:cNvPr id="1027" name="Picture 3" descr="C:\Users\user\Desktop\KakaoTalk_20220316_191544304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816" y="7812360"/>
            <a:ext cx="1680000" cy="1260000"/>
          </a:xfrm>
          <a:prstGeom prst="rect">
            <a:avLst/>
          </a:prstGeom>
          <a:noFill/>
        </p:spPr>
      </p:pic>
      <p:pic>
        <p:nvPicPr>
          <p:cNvPr id="1028" name="Picture 4" descr="C:\Users\user\Desktop\KakaoTalk_20220316_191645249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21008" y="7812360"/>
            <a:ext cx="1680000" cy="1260000"/>
          </a:xfrm>
          <a:prstGeom prst="rect">
            <a:avLst/>
          </a:prstGeom>
          <a:noFill/>
        </p:spPr>
      </p:pic>
      <p:pic>
        <p:nvPicPr>
          <p:cNvPr id="1029" name="Picture 5" descr="C:\Users\user\Desktop\KakaoTalk_20220316_191741876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5400000">
            <a:off x="5319280" y="7650272"/>
            <a:ext cx="1260000" cy="158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5057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185</Words>
  <Application>Microsoft Office PowerPoint</Application>
  <PresentationFormat>화면 슬라이드 쇼(4:3)</PresentationFormat>
  <Paragraphs>58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USER</cp:lastModifiedBy>
  <cp:revision>28</cp:revision>
  <dcterms:created xsi:type="dcterms:W3CDTF">2021-01-07T10:11:38Z</dcterms:created>
  <dcterms:modified xsi:type="dcterms:W3CDTF">2023-01-03T09:45:56Z</dcterms:modified>
</cp:coreProperties>
</file>